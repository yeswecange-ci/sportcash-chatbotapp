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WhatsCRM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107"/>
                </a:solidFill>
              </a:rPr>
              <a:t>by YesWeCange × TotalEnergies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4572000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Plateforme de support client &amp; marketing WhatsApp
avec chatbot automatisé, campagnes en masse et gamification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645920" cy="32004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Laravel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4754880"/>
            <a:ext cx="164592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754880"/>
            <a:ext cx="1645920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Twilio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4754880"/>
            <a:ext cx="1645920" cy="320040"/>
          </a:xfrm>
          <a:prstGeom prst="rect">
            <a:avLst/>
          </a:prstGeom>
          <a:solidFill>
            <a:srgbClr val="14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Chatwoot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754880"/>
            <a:ext cx="1645920" cy="32004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99"/>
                </a:solidFill>
              </a:rPr>
              <a:t>Présentation — Mars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914400"/>
            <a:ext cx="3749039" cy="475488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005840"/>
            <a:ext cx="3566159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5532120"/>
            <a:ext cx="3566159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880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383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Logo / Écran d'accueil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98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Accès &amp; Connexion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Identifiants, URL et rôles utilisateurs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188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298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Vue d'ensemble et indicateurs en temps réel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31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441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62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Gestion des échanges WhatsApp agent ↔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331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331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331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41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Campagnes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862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Envoi en masse, templates et planification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474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474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584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Bot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05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Analyse du parcours chatbot et données clients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474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3474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474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584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Gamification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005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Jeux, quiz et classements via WhatsApp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727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Agents &amp; Équipes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148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Gestion des utilisateurs et attributions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6177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4617720"/>
            <a:ext cx="411480" cy="10515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617720"/>
            <a:ext cx="411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72744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Statistiques &amp; Rapports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148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</a:rPr>
              <a:t>Métriques journalières et performances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— Accès &amp; Connexion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029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2E"/>
                </a:solidFill>
              </a:rPr>
              <a:t>Informations de connexion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4389120" cy="274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001E"/>
                </a:solidFill>
              </a:rPr>
              <a:t>🌐  URL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http://localhost:8080
(ou domaine production)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001E"/>
                </a:solidFill>
              </a:rPr>
              <a:t>👤  Compte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334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admin@totalenergies.ci
Mot de passe : [à définir]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4670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001E"/>
                </a:solidFill>
              </a:rPr>
              <a:t>👤  Compte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3467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agent@totalenergies.ci
Mot de passe : [à définir]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599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001E"/>
                </a:solidFill>
              </a:rPr>
              <a:t>🔑  Chatwoot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599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URL : [CHATWOOT_BASE_URL]
Token API : [CHATWOOT_API_TOKEN]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001E"/>
                </a:solidFill>
              </a:rPr>
              <a:t>📱  WhatsApp (Twilio)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773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Numéro : [TWILIO_FROM_NUMBER]
SID : [TWILIO_SID]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Rôles disponibles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035040"/>
            <a:ext cx="1645920" cy="32004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super_admin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6035040"/>
            <a:ext cx="1645920" cy="3200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6035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6035040"/>
            <a:ext cx="164592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6035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188720"/>
            <a:ext cx="6035040" cy="530352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128016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635508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34290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931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Page de connexion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—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64008" cy="146304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actives / totales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143000"/>
            <a:ext cx="64008" cy="146304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</a:rPr>
              <a:t>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Campagnes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envoyées ce mois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1616" y="1143000"/>
            <a:ext cx="64008" cy="146304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Bot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journalières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4544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4544" y="1143000"/>
            <a:ext cx="64008" cy="146304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88"/>
                </a:solidFill>
              </a:rPr>
              <a:t>disponibles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11430000" cy="365760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880360"/>
            <a:ext cx="1124712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309360"/>
            <a:ext cx="1124712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Vue Dashboard complet (admin)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— Conversations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029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E2E"/>
                </a:solidFill>
              </a:rPr>
              <a:t>Fonctionnement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Handoff automatique : Twilio Studio → Agent humain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Fil de conversation temps réel (polling 4 secondes)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Envoi de messages libres et templates WhatsApp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Changement de statut : Actif / Transféré / Terminé / Abandonné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Assignation à un agent ou une équipe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Étiquettes (labels) pour catégoriser les échanges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Réponses rapides (canned responses)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Synchronisation bidirectionnelle avec Chatwoot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6035040" cy="539496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23444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640080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4290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Interface conversations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— Campagnes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103120" cy="3657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Étape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Créer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7"/>
                </a:solidFill>
              </a:rPr>
              <a:t>Nommer la campagne
et choisir le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14300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1143000"/>
            <a:ext cx="2103120" cy="3657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7"/>
                </a:solidFill>
              </a:rPr>
              <a:t>Importer CSV
ou sync Chatwoot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14300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143000"/>
            <a:ext cx="2103120" cy="3657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Étape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Planifier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7"/>
                </a:solidFill>
              </a:rPr>
              <a:t>Envoi immédiat
ou différé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14300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1143000"/>
            <a:ext cx="2103120" cy="3657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Étape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Envoyer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7"/>
                </a:solidFill>
              </a:rPr>
              <a:t>Traitement asynchrone
via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114300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1143000"/>
            <a:ext cx="2103120" cy="36576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Étape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1554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Suivre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011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7"/>
                </a:solidFill>
              </a:rPr>
              <a:t>Livré / Échoué
Statistiques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337560"/>
            <a:ext cx="5303520" cy="320040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429000"/>
            <a:ext cx="51206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51206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526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Création de campagne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337560"/>
            <a:ext cx="5760720" cy="320040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429000"/>
            <a:ext cx="55778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6400800"/>
            <a:ext cx="55778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526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029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Statistiques campagne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— Bot Tracking &amp; Analytiques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029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E2E"/>
                </a:solidFill>
              </a:rPr>
              <a:t>Ce que le module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Parcours complet de l'utilisateur dans le bot (menu_path)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Choix de menus et saisies libres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Données client : VIN, email, nom de profil, téléphone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Statistiques journalières agrégées par menu et événement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Détection des conversations abandonnées ou transférées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Tableau de bord analytique avec filtres par date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Export des données clients capturées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6035040" cy="539496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23444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640080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4290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Bot Tracking / Tableau de bord analytique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— Gamification &amp; Quiz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566160" cy="54864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1E2E"/>
                </a:solidFill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1E2E"/>
                </a:solidFill>
              </a:rPr>
              <a:t>Créer un Jeu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7"/>
                </a:solidFill>
              </a:rPr>
              <a:t>Définir les questions,
réponses et durée du jeu.
Génération automatique
du flow Twilio Studio.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8" y="114300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088" y="1143000"/>
            <a:ext cx="3566160" cy="54864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1E2E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1E2E"/>
                </a:solidFill>
              </a:rPr>
              <a:t>Suivi en 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23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7"/>
                </a:solidFill>
              </a:rPr>
              <a:t>Participation, réponses,
scores par joueur.
Tableau de bord temps réel.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6" y="114300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0416" y="1143000"/>
            <a:ext cx="3566160" cy="54864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1E2E"/>
                </a:solidFill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1E2E"/>
                </a:solidFill>
              </a:rPr>
              <a:t>Classement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24231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7"/>
                </a:solidFill>
              </a:rPr>
              <a:t>Classement des meilleurs
joueurs. Export des données.
Engagement client gamifié.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5303520" cy="246888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51206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492240"/>
            <a:ext cx="51206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83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Interface création de jeu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160520"/>
            <a:ext cx="5760720" cy="246888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251960"/>
            <a:ext cx="55778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6492240"/>
            <a:ext cx="557784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9834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4864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Classement / Leaderboard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— Agents &amp; Équipes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029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E2E"/>
                </a:solidFill>
              </a:rPr>
              <a:t>Fonctionnalités RH &amp;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Création et gestion des comptes agents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Organisation en équipes avec membres assignés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Statut de disponibilité agent (en ligne / hors ligne)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Attribution automatique des conversations par équipe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Règles d'auto-assignation configurables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Gestion des tokens Chatwoot par agent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Rôles hiérarchiques : super_admin &gt; admin &gt; agent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1E2E"/>
                </a:solidFill>
              </a:rPr>
              <a:t>▸  Tableau de bord des performances par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6035040" cy="539496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23444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6400800"/>
            <a:ext cx="585216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4290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Gestion agents / équipes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— Statistiques &amp; Rapports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" cy="164592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📈 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</a:rPr>
              <a:t>Total, actives, terminées,
abandon rate par jour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8" y="118872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088" y="1188720"/>
            <a:ext cx="54864" cy="164592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📬  Campagnes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828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</a:rPr>
              <a:t>Taux de livraison, échecs,
temps d'envoi moyen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8872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0416" y="1188720"/>
            <a:ext cx="54864" cy="164592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🤖 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828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</a:rPr>
              <a:t>Menus les plus utilisés,
parcours populaires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164592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👤 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11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</a:rPr>
              <a:t>Conversations traitées,
temps de réponse moyen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8" y="297180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3088" y="2971800"/>
            <a:ext cx="54864" cy="164592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📅  Journalier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611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</a:rPr>
              <a:t>Agrégats quotidiens
autonomes (cron)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0416" y="297180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0416" y="2971800"/>
            <a:ext cx="54864" cy="164592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6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📤 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3611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</a:rPr>
              <a:t>Données exportables
au format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11430000" cy="1828800"/>
          </a:xfrm>
          <a:prstGeom prst="rect">
            <a:avLst/>
          </a:prstGeom>
          <a:solidFill>
            <a:srgbClr val="E8E8F0"/>
          </a:solidFill>
          <a:ln w="19050">
            <a:solidFill>
              <a:srgbClr val="AA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124712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92240"/>
            <a:ext cx="11247120" cy="1270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8899"/>
                </a:solidFill>
              </a:rPr>
              <a:t>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88"/>
                </a:solidFill>
              </a:rPr>
              <a:t>Capture : Page Statistiques complète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474720" cy="4114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📱 Client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Utilisateur final
via WhatsApp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Twilio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Chatbot automatisé
Flow configurable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566160" cy="411480"/>
          </a:xfrm>
          <a:prstGeom prst="rect">
            <a:avLst/>
          </a:prstGeom>
          <a:solidFill>
            <a:srgbClr val="14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💬 Chatwoot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Inbox agent
Sync contacts &amp; messages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3474720" cy="41148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Laravel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Backend principal
API, Jobs, Webhooks
Scheduler, Queue worker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657600"/>
            <a:ext cx="3474720" cy="4114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703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2062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Base de données
20+ tables
Conversations, campagnes,
games, 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56616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🐳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062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Déploiement conteneurisé
PHP 8.3-cli + Node 20
Migrations auto au boot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3001E"/>
                </a:solidFill>
              </a:rPr>
              <a:t>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3001E"/>
                </a:solidFill>
              </a:rPr>
              <a:t>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3001E"/>
                </a:solidFill>
              </a:rPr>
              <a:t>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WhatsCRM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107"/>
                </a:solidFill>
              </a:rPr>
              <a:t>La solution WhatsApp complète pour TotalEnergies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4114800" cy="36576"/>
          </a:xfrm>
          <a:prstGeom prst="rect">
            <a:avLst/>
          </a:prstGeom>
          <a:solidFill>
            <a:srgbClr val="E3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✔  Support client en temps réel
✔  Campagnes marketing ciblées
✔  Analytics chatbot avancés
✔  Gamification &amp; engagement client
✔  Déploiement Docker clé en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7799"/>
                </a:solidFill>
              </a:rPr>
              <a:t>Développé par  YesWeCange  ×  TotalEnergies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